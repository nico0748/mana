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88" d="100"/>
          <a:sy n="88" d="100"/>
        </p:scale>
        <p:origin x="20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E32FB-4C3D-AD0C-D749-8AE068F23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7AE756-C5A7-9D61-8F2E-D355E5CA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8CB8C5-0FC3-6DA0-55FE-431C60A4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61A5F8-7016-A25C-8FF7-A39DF041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7DBE50-7EB4-A505-3A39-A6A7EA54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47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D9255-1180-4B16-03C2-C8F1C7D0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2D98A3-E6BB-6EFB-2932-A135FA4DB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08BF1B-658F-764E-4C77-F7483ADF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28EAE-BBAC-34FB-22B9-49847EF95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9F1A47-9EBF-CFEE-008B-3DF3E8B0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76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C209E-8365-10D9-AC4C-41DF7618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34DD27-5D76-47B4-05F3-399016AD5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DA50A2-1A66-268D-45B5-0D4742B4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36BCFE-5F9D-107B-A8E2-489E53C7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4F581-8230-9931-42C0-5ACCEA06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3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41579E-0220-D497-1652-647C51C6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7DDBEF-98C8-1ADF-C2A6-E374E01D6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F9E1E0-C1FC-E585-44CE-80904A189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8E9C35-D1DE-355E-56C9-68A430EC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A4E4AA-DE95-FA8B-0819-B2932EA9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854477-9C1D-7540-1EFE-E0940916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30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EE901-9B37-567B-9764-4B34992C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4977CF-E5D7-BD64-CD37-BC32F995E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7691247-14AE-98D4-78C4-22796AF31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A8FD77D-BBE9-D48C-C3F9-049B13E0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29B4EB-6600-18BA-3BCC-5464D8FD6A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BB53CB9-2D01-1200-4639-1B6E096E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820261-75CA-BDED-4BC4-2287C410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9BFC0E8-C245-5FE8-4FCE-A61703BA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49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A0516-CA8A-E202-2893-A6296B3D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2DBC52C-518D-4E68-E45F-4F5AF208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3EA0ED-1749-536F-6593-02345DA7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A86E19-93F5-CE7B-C553-93211118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05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E71F79-24B3-6BBE-6F4D-EE1FAB68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596B85-5F6A-09B0-4718-850727C7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B5E6D9-FADC-C74C-B53F-C9E501F9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5B11D-659C-EF1A-A188-D8ADD2F0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99942A-80FF-B9E9-FCE0-AD63160E8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ABD600-7861-5C31-6058-F0EED3702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18A2FE-58D0-721B-D8B3-8D0B8315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3A1B3E-F598-3930-3A1C-2DCD31CF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35B25A-536E-760D-6884-EBA0638D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42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2C201B-F58B-345F-E9D7-072A4810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A75B3B-6E90-5616-C9B4-0E42BD26E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97DE06-D38F-2AE6-846C-9051A9571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D422D0-3960-89C9-902F-363531C5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5C5929-B7B7-1D92-07E0-0A4EC612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FFC52E-ADF2-820F-23DE-D2EE2EC0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76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4C3AF7-26FF-DD6C-9D5C-3DE0559E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05B135-244F-7276-92E9-C4FAEB0A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C144DE-AB6B-325F-174D-87B9E8F4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73886F-32C8-8911-BD13-B8DDC9726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F5317-79EB-F665-9D41-0C0BD21F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82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2889E2-02AF-8D97-4FCA-7BAEB3C1B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F0EE61-D6B4-092A-5C28-AEBDFFFB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02092-7CF4-0458-9FAC-3291D7C2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92E7-01BA-6433-2AA8-2AF9A0D0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03761B-C2AC-A596-4DA6-8CA25F1C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38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73AA52-B2D1-1C4E-3263-F639D2B3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14A74C-21FA-9BF1-E9DA-52A7B2785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71C8E6-AB30-497B-29EA-A729C9B76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BEC1B-C32B-4546-B51C-C207C183EB8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9647A5-63DF-E8B1-659B-E6B74DE70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309DA-AD7A-083C-6C04-54DF1A5E4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C4391-D088-8748-B35E-CE7FBCF5F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78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52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細澤 悠真</dc:creator>
  <cp:lastModifiedBy>細澤 悠真</cp:lastModifiedBy>
  <cp:revision>1</cp:revision>
  <dcterms:created xsi:type="dcterms:W3CDTF">2026-04-10T13:00:37Z</dcterms:created>
  <dcterms:modified xsi:type="dcterms:W3CDTF">2026-04-10T13:07:35Z</dcterms:modified>
</cp:coreProperties>
</file>